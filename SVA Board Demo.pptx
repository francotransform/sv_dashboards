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147479018" r:id="rId2"/>
    <p:sldId id="2147479240" r:id="rId3"/>
    <p:sldId id="2147479241" r:id="rId4"/>
    <p:sldId id="2147479242" r:id="rId5"/>
    <p:sldId id="214747924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7F6907-1E3D-B20D-E9E0-6E76A9440957}" name="Michele Floriani" initials="" userId="S::michele@SemperVirensVC.com::392c1381-090f-45ed-9304-c4a08c2398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31"/>
    <p:restoredTop sz="67964"/>
  </p:normalViewPr>
  <p:slideViewPr>
    <p:cSldViewPr snapToGrid="0">
      <p:cViewPr varScale="1">
        <p:scale>
          <a:sx n="118" d="100"/>
          <a:sy n="118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8AFB98-C8F9-4EE4-8B63-5C180E07E74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A501519-0B38-4383-9780-CDF17E949360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Inputs</a:t>
          </a:r>
          <a:endParaRPr lang="en-US" sz="2800" dirty="0"/>
        </a:p>
      </dgm:t>
    </dgm:pt>
    <dgm:pt modelId="{44F6B3B7-91F1-43C0-AE98-27B94C8FF591}" type="parTrans" cxnId="{7840EDAE-7C02-49D4-A227-D38A1CA0AAB3}">
      <dgm:prSet/>
      <dgm:spPr/>
      <dgm:t>
        <a:bodyPr/>
        <a:lstStyle/>
        <a:p>
          <a:endParaRPr lang="en-US"/>
        </a:p>
      </dgm:t>
    </dgm:pt>
    <dgm:pt modelId="{DF7616AB-84C9-4ED6-B9DC-E0006A1E1142}" type="sibTrans" cxnId="{7840EDAE-7C02-49D4-A227-D38A1CA0AAB3}">
      <dgm:prSet/>
      <dgm:spPr/>
      <dgm:t>
        <a:bodyPr/>
        <a:lstStyle/>
        <a:p>
          <a:endParaRPr lang="en-US"/>
        </a:p>
      </dgm:t>
    </dgm:pt>
    <dgm:pt modelId="{9503070E-E032-4092-A4C4-DA00D0D272FD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Logic</a:t>
          </a:r>
          <a:endParaRPr lang="en-US" sz="2800" dirty="0"/>
        </a:p>
      </dgm:t>
    </dgm:pt>
    <dgm:pt modelId="{108ACC48-2914-4C6E-969A-1B6FC6E3D96C}" type="parTrans" cxnId="{3D8F5C00-34B0-48E8-BBDD-C2EB0B1B2FE6}">
      <dgm:prSet/>
      <dgm:spPr/>
      <dgm:t>
        <a:bodyPr/>
        <a:lstStyle/>
        <a:p>
          <a:endParaRPr lang="en-US"/>
        </a:p>
      </dgm:t>
    </dgm:pt>
    <dgm:pt modelId="{A247F4DA-B6CC-4F6E-BEEB-EF72FC1E3D3F}" type="sibTrans" cxnId="{3D8F5C00-34B0-48E8-BBDD-C2EB0B1B2FE6}">
      <dgm:prSet/>
      <dgm:spPr/>
      <dgm:t>
        <a:bodyPr/>
        <a:lstStyle/>
        <a:p>
          <a:endParaRPr lang="en-US"/>
        </a:p>
      </dgm:t>
    </dgm:pt>
    <dgm:pt modelId="{A326755D-8ED6-4CC9-9004-ED9C063E69E4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Output</a:t>
          </a:r>
          <a:endParaRPr lang="en-US" sz="2800" dirty="0"/>
        </a:p>
      </dgm:t>
    </dgm:pt>
    <dgm:pt modelId="{FF4F539F-B1DC-4216-8F68-C8CE2277EC5C}" type="parTrans" cxnId="{614C8D3E-2723-4E4D-A542-6ADCB4DEB3EF}">
      <dgm:prSet/>
      <dgm:spPr/>
      <dgm:t>
        <a:bodyPr/>
        <a:lstStyle/>
        <a:p>
          <a:endParaRPr lang="en-US"/>
        </a:p>
      </dgm:t>
    </dgm:pt>
    <dgm:pt modelId="{472EC5E1-57EE-4A81-9022-4F8878C9AA51}" type="sibTrans" cxnId="{614C8D3E-2723-4E4D-A542-6ADCB4DEB3EF}">
      <dgm:prSet/>
      <dgm:spPr/>
      <dgm:t>
        <a:bodyPr/>
        <a:lstStyle/>
        <a:p>
          <a:endParaRPr lang="en-US"/>
        </a:p>
      </dgm:t>
    </dgm:pt>
    <dgm:pt modelId="{1144D1F0-12B9-45CF-A180-A481A245DF34}" type="pres">
      <dgm:prSet presAssocID="{528AFB98-C8F9-4EE4-8B63-5C180E07E748}" presName="CompostProcess" presStyleCnt="0">
        <dgm:presLayoutVars>
          <dgm:dir/>
          <dgm:resizeHandles val="exact"/>
        </dgm:presLayoutVars>
      </dgm:prSet>
      <dgm:spPr/>
    </dgm:pt>
    <dgm:pt modelId="{161B06B5-1B63-4860-A309-2A43B44EA9F3}" type="pres">
      <dgm:prSet presAssocID="{528AFB98-C8F9-4EE4-8B63-5C180E07E748}" presName="arrow" presStyleLbl="bgShp" presStyleIdx="0" presStyleCnt="1" custScaleX="117647" custScaleY="100000" custLinFactNeighborX="0" custLinFactNeighborY="-5918"/>
      <dgm:spPr>
        <a:solidFill>
          <a:schemeClr val="tx2">
            <a:lumMod val="10000"/>
            <a:lumOff val="90000"/>
          </a:schemeClr>
        </a:solidFill>
      </dgm:spPr>
    </dgm:pt>
    <dgm:pt modelId="{4079A15D-800C-4A59-A542-3636E57297C2}" type="pres">
      <dgm:prSet presAssocID="{528AFB98-C8F9-4EE4-8B63-5C180E07E748}" presName="linearProcess" presStyleCnt="0"/>
      <dgm:spPr/>
    </dgm:pt>
    <dgm:pt modelId="{C4BC8D53-A076-4059-9CD7-66816B5ABA0A}" type="pres">
      <dgm:prSet presAssocID="{2A501519-0B38-4383-9780-CDF17E949360}" presName="textNode" presStyleLbl="node1" presStyleIdx="0" presStyleCnt="3">
        <dgm:presLayoutVars>
          <dgm:bulletEnabled val="1"/>
        </dgm:presLayoutVars>
      </dgm:prSet>
      <dgm:spPr/>
    </dgm:pt>
    <dgm:pt modelId="{99ECC3FB-3521-4EDD-A7EB-9BCEB4934661}" type="pres">
      <dgm:prSet presAssocID="{DF7616AB-84C9-4ED6-B9DC-E0006A1E1142}" presName="sibTrans" presStyleCnt="0"/>
      <dgm:spPr/>
    </dgm:pt>
    <dgm:pt modelId="{2C0D70C0-FDEF-4A19-8440-DB3310C85D8E}" type="pres">
      <dgm:prSet presAssocID="{9503070E-E032-4092-A4C4-DA00D0D272FD}" presName="textNode" presStyleLbl="node1" presStyleIdx="1" presStyleCnt="3">
        <dgm:presLayoutVars>
          <dgm:bulletEnabled val="1"/>
        </dgm:presLayoutVars>
      </dgm:prSet>
      <dgm:spPr/>
    </dgm:pt>
    <dgm:pt modelId="{9BADC55D-243F-478F-82AB-AC47721CAADA}" type="pres">
      <dgm:prSet presAssocID="{A247F4DA-B6CC-4F6E-BEEB-EF72FC1E3D3F}" presName="sibTrans" presStyleCnt="0"/>
      <dgm:spPr/>
    </dgm:pt>
    <dgm:pt modelId="{91883108-41DF-4F00-BD19-E734E193D470}" type="pres">
      <dgm:prSet presAssocID="{A326755D-8ED6-4CC9-9004-ED9C063E69E4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3D8F5C00-34B0-48E8-BBDD-C2EB0B1B2FE6}" srcId="{528AFB98-C8F9-4EE4-8B63-5C180E07E748}" destId="{9503070E-E032-4092-A4C4-DA00D0D272FD}" srcOrd="1" destOrd="0" parTransId="{108ACC48-2914-4C6E-969A-1B6FC6E3D96C}" sibTransId="{A247F4DA-B6CC-4F6E-BEEB-EF72FC1E3D3F}"/>
    <dgm:cxn modelId="{614C8D3E-2723-4E4D-A542-6ADCB4DEB3EF}" srcId="{528AFB98-C8F9-4EE4-8B63-5C180E07E748}" destId="{A326755D-8ED6-4CC9-9004-ED9C063E69E4}" srcOrd="2" destOrd="0" parTransId="{FF4F539F-B1DC-4216-8F68-C8CE2277EC5C}" sibTransId="{472EC5E1-57EE-4A81-9022-4F8878C9AA51}"/>
    <dgm:cxn modelId="{5AF2FA69-F311-493A-9A82-10D4BB0B72BB}" type="presOf" srcId="{528AFB98-C8F9-4EE4-8B63-5C180E07E748}" destId="{1144D1F0-12B9-45CF-A180-A481A245DF34}" srcOrd="0" destOrd="0" presId="urn:microsoft.com/office/officeart/2005/8/layout/hProcess9"/>
    <dgm:cxn modelId="{2A2D8474-9B14-4161-BEBF-89084840B6B9}" type="presOf" srcId="{2A501519-0B38-4383-9780-CDF17E949360}" destId="{C4BC8D53-A076-4059-9CD7-66816B5ABA0A}" srcOrd="0" destOrd="0" presId="urn:microsoft.com/office/officeart/2005/8/layout/hProcess9"/>
    <dgm:cxn modelId="{7840EDAE-7C02-49D4-A227-D38A1CA0AAB3}" srcId="{528AFB98-C8F9-4EE4-8B63-5C180E07E748}" destId="{2A501519-0B38-4383-9780-CDF17E949360}" srcOrd="0" destOrd="0" parTransId="{44F6B3B7-91F1-43C0-AE98-27B94C8FF591}" sibTransId="{DF7616AB-84C9-4ED6-B9DC-E0006A1E1142}"/>
    <dgm:cxn modelId="{438034C5-6D3A-495A-92BF-7A0DF660C9AA}" type="presOf" srcId="{9503070E-E032-4092-A4C4-DA00D0D272FD}" destId="{2C0D70C0-FDEF-4A19-8440-DB3310C85D8E}" srcOrd="0" destOrd="0" presId="urn:microsoft.com/office/officeart/2005/8/layout/hProcess9"/>
    <dgm:cxn modelId="{278696DB-DF7D-4C00-B36C-71CAF985C8C9}" type="presOf" srcId="{A326755D-8ED6-4CC9-9004-ED9C063E69E4}" destId="{91883108-41DF-4F00-BD19-E734E193D470}" srcOrd="0" destOrd="0" presId="urn:microsoft.com/office/officeart/2005/8/layout/hProcess9"/>
    <dgm:cxn modelId="{98F074BE-715C-4ED0-BF42-4D04117A89A1}" type="presParOf" srcId="{1144D1F0-12B9-45CF-A180-A481A245DF34}" destId="{161B06B5-1B63-4860-A309-2A43B44EA9F3}" srcOrd="0" destOrd="0" presId="urn:microsoft.com/office/officeart/2005/8/layout/hProcess9"/>
    <dgm:cxn modelId="{A552280D-FCCE-417A-8E5D-BAF59483E943}" type="presParOf" srcId="{1144D1F0-12B9-45CF-A180-A481A245DF34}" destId="{4079A15D-800C-4A59-A542-3636E57297C2}" srcOrd="1" destOrd="0" presId="urn:microsoft.com/office/officeart/2005/8/layout/hProcess9"/>
    <dgm:cxn modelId="{C6BEC44C-D5E0-44C7-BE87-4CACD788CBEC}" type="presParOf" srcId="{4079A15D-800C-4A59-A542-3636E57297C2}" destId="{C4BC8D53-A076-4059-9CD7-66816B5ABA0A}" srcOrd="0" destOrd="0" presId="urn:microsoft.com/office/officeart/2005/8/layout/hProcess9"/>
    <dgm:cxn modelId="{6C85D30C-E604-40DC-99E8-FE6E160EA503}" type="presParOf" srcId="{4079A15D-800C-4A59-A542-3636E57297C2}" destId="{99ECC3FB-3521-4EDD-A7EB-9BCEB4934661}" srcOrd="1" destOrd="0" presId="urn:microsoft.com/office/officeart/2005/8/layout/hProcess9"/>
    <dgm:cxn modelId="{7E4FF1EC-B791-42F7-BAF4-839337A9071C}" type="presParOf" srcId="{4079A15D-800C-4A59-A542-3636E57297C2}" destId="{2C0D70C0-FDEF-4A19-8440-DB3310C85D8E}" srcOrd="2" destOrd="0" presId="urn:microsoft.com/office/officeart/2005/8/layout/hProcess9"/>
    <dgm:cxn modelId="{83E3CAC1-AA63-4A0A-AE02-C5C3CFE48184}" type="presParOf" srcId="{4079A15D-800C-4A59-A542-3636E57297C2}" destId="{9BADC55D-243F-478F-82AB-AC47721CAADA}" srcOrd="3" destOrd="0" presId="urn:microsoft.com/office/officeart/2005/8/layout/hProcess9"/>
    <dgm:cxn modelId="{56811810-8E90-40D3-9690-7C8D6F473932}" type="presParOf" srcId="{4079A15D-800C-4A59-A542-3636E57297C2}" destId="{91883108-41DF-4F00-BD19-E734E193D47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8AFB98-C8F9-4EE4-8B63-5C180E07E74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A501519-0B38-4383-9780-CDF17E949360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Inputs</a:t>
          </a:r>
          <a:endParaRPr lang="en-US" sz="2800" dirty="0"/>
        </a:p>
      </dgm:t>
    </dgm:pt>
    <dgm:pt modelId="{44F6B3B7-91F1-43C0-AE98-27B94C8FF591}" type="parTrans" cxnId="{7840EDAE-7C02-49D4-A227-D38A1CA0AAB3}">
      <dgm:prSet/>
      <dgm:spPr/>
      <dgm:t>
        <a:bodyPr/>
        <a:lstStyle/>
        <a:p>
          <a:endParaRPr lang="en-US"/>
        </a:p>
      </dgm:t>
    </dgm:pt>
    <dgm:pt modelId="{DF7616AB-84C9-4ED6-B9DC-E0006A1E1142}" type="sibTrans" cxnId="{7840EDAE-7C02-49D4-A227-D38A1CA0AAB3}">
      <dgm:prSet/>
      <dgm:spPr/>
      <dgm:t>
        <a:bodyPr/>
        <a:lstStyle/>
        <a:p>
          <a:endParaRPr lang="en-US"/>
        </a:p>
      </dgm:t>
    </dgm:pt>
    <dgm:pt modelId="{9503070E-E032-4092-A4C4-DA00D0D272FD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Logic</a:t>
          </a:r>
          <a:endParaRPr lang="en-US" sz="2800" dirty="0"/>
        </a:p>
      </dgm:t>
    </dgm:pt>
    <dgm:pt modelId="{108ACC48-2914-4C6E-969A-1B6FC6E3D96C}" type="parTrans" cxnId="{3D8F5C00-34B0-48E8-BBDD-C2EB0B1B2FE6}">
      <dgm:prSet/>
      <dgm:spPr/>
      <dgm:t>
        <a:bodyPr/>
        <a:lstStyle/>
        <a:p>
          <a:endParaRPr lang="en-US"/>
        </a:p>
      </dgm:t>
    </dgm:pt>
    <dgm:pt modelId="{A247F4DA-B6CC-4F6E-BEEB-EF72FC1E3D3F}" type="sibTrans" cxnId="{3D8F5C00-34B0-48E8-BBDD-C2EB0B1B2FE6}">
      <dgm:prSet/>
      <dgm:spPr/>
      <dgm:t>
        <a:bodyPr/>
        <a:lstStyle/>
        <a:p>
          <a:endParaRPr lang="en-US"/>
        </a:p>
      </dgm:t>
    </dgm:pt>
    <dgm:pt modelId="{A326755D-8ED6-4CC9-9004-ED9C063E69E4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Output</a:t>
          </a:r>
          <a:endParaRPr lang="en-US" sz="2800" dirty="0"/>
        </a:p>
      </dgm:t>
    </dgm:pt>
    <dgm:pt modelId="{FF4F539F-B1DC-4216-8F68-C8CE2277EC5C}" type="parTrans" cxnId="{614C8D3E-2723-4E4D-A542-6ADCB4DEB3EF}">
      <dgm:prSet/>
      <dgm:spPr/>
      <dgm:t>
        <a:bodyPr/>
        <a:lstStyle/>
        <a:p>
          <a:endParaRPr lang="en-US"/>
        </a:p>
      </dgm:t>
    </dgm:pt>
    <dgm:pt modelId="{472EC5E1-57EE-4A81-9022-4F8878C9AA51}" type="sibTrans" cxnId="{614C8D3E-2723-4E4D-A542-6ADCB4DEB3EF}">
      <dgm:prSet/>
      <dgm:spPr/>
      <dgm:t>
        <a:bodyPr/>
        <a:lstStyle/>
        <a:p>
          <a:endParaRPr lang="en-US"/>
        </a:p>
      </dgm:t>
    </dgm:pt>
    <dgm:pt modelId="{1144D1F0-12B9-45CF-A180-A481A245DF34}" type="pres">
      <dgm:prSet presAssocID="{528AFB98-C8F9-4EE4-8B63-5C180E07E748}" presName="CompostProcess" presStyleCnt="0">
        <dgm:presLayoutVars>
          <dgm:dir/>
          <dgm:resizeHandles val="exact"/>
        </dgm:presLayoutVars>
      </dgm:prSet>
      <dgm:spPr/>
    </dgm:pt>
    <dgm:pt modelId="{161B06B5-1B63-4860-A309-2A43B44EA9F3}" type="pres">
      <dgm:prSet presAssocID="{528AFB98-C8F9-4EE4-8B63-5C180E07E748}" presName="arrow" presStyleLbl="bgShp" presStyleIdx="0" presStyleCnt="1" custScaleX="117647" custScaleY="100000" custLinFactNeighborX="0" custLinFactNeighborY="-5918"/>
      <dgm:spPr>
        <a:solidFill>
          <a:schemeClr val="tx2">
            <a:lumMod val="10000"/>
            <a:lumOff val="90000"/>
          </a:schemeClr>
        </a:solidFill>
      </dgm:spPr>
    </dgm:pt>
    <dgm:pt modelId="{4079A15D-800C-4A59-A542-3636E57297C2}" type="pres">
      <dgm:prSet presAssocID="{528AFB98-C8F9-4EE4-8B63-5C180E07E748}" presName="linearProcess" presStyleCnt="0"/>
      <dgm:spPr/>
    </dgm:pt>
    <dgm:pt modelId="{C4BC8D53-A076-4059-9CD7-66816B5ABA0A}" type="pres">
      <dgm:prSet presAssocID="{2A501519-0B38-4383-9780-CDF17E949360}" presName="textNode" presStyleLbl="node1" presStyleIdx="0" presStyleCnt="3" custScaleX="78358">
        <dgm:presLayoutVars>
          <dgm:bulletEnabled val="1"/>
        </dgm:presLayoutVars>
      </dgm:prSet>
      <dgm:spPr/>
    </dgm:pt>
    <dgm:pt modelId="{99ECC3FB-3521-4EDD-A7EB-9BCEB4934661}" type="pres">
      <dgm:prSet presAssocID="{DF7616AB-84C9-4ED6-B9DC-E0006A1E1142}" presName="sibTrans" presStyleCnt="0"/>
      <dgm:spPr/>
    </dgm:pt>
    <dgm:pt modelId="{2C0D70C0-FDEF-4A19-8440-DB3310C85D8E}" type="pres">
      <dgm:prSet presAssocID="{9503070E-E032-4092-A4C4-DA00D0D272FD}" presName="textNode" presStyleLbl="node1" presStyleIdx="1" presStyleCnt="3" custScaleX="78358">
        <dgm:presLayoutVars>
          <dgm:bulletEnabled val="1"/>
        </dgm:presLayoutVars>
      </dgm:prSet>
      <dgm:spPr/>
    </dgm:pt>
    <dgm:pt modelId="{9BADC55D-243F-478F-82AB-AC47721CAADA}" type="pres">
      <dgm:prSet presAssocID="{A247F4DA-B6CC-4F6E-BEEB-EF72FC1E3D3F}" presName="sibTrans" presStyleCnt="0"/>
      <dgm:spPr/>
    </dgm:pt>
    <dgm:pt modelId="{91883108-41DF-4F00-BD19-E734E193D470}" type="pres">
      <dgm:prSet presAssocID="{A326755D-8ED6-4CC9-9004-ED9C063E69E4}" presName="textNode" presStyleLbl="node1" presStyleIdx="2" presStyleCnt="3" custScaleX="78358">
        <dgm:presLayoutVars>
          <dgm:bulletEnabled val="1"/>
        </dgm:presLayoutVars>
      </dgm:prSet>
      <dgm:spPr/>
    </dgm:pt>
  </dgm:ptLst>
  <dgm:cxnLst>
    <dgm:cxn modelId="{3D8F5C00-34B0-48E8-BBDD-C2EB0B1B2FE6}" srcId="{528AFB98-C8F9-4EE4-8B63-5C180E07E748}" destId="{9503070E-E032-4092-A4C4-DA00D0D272FD}" srcOrd="1" destOrd="0" parTransId="{108ACC48-2914-4C6E-969A-1B6FC6E3D96C}" sibTransId="{A247F4DA-B6CC-4F6E-BEEB-EF72FC1E3D3F}"/>
    <dgm:cxn modelId="{614C8D3E-2723-4E4D-A542-6ADCB4DEB3EF}" srcId="{528AFB98-C8F9-4EE4-8B63-5C180E07E748}" destId="{A326755D-8ED6-4CC9-9004-ED9C063E69E4}" srcOrd="2" destOrd="0" parTransId="{FF4F539F-B1DC-4216-8F68-C8CE2277EC5C}" sibTransId="{472EC5E1-57EE-4A81-9022-4F8878C9AA51}"/>
    <dgm:cxn modelId="{5AF2FA69-F311-493A-9A82-10D4BB0B72BB}" type="presOf" srcId="{528AFB98-C8F9-4EE4-8B63-5C180E07E748}" destId="{1144D1F0-12B9-45CF-A180-A481A245DF34}" srcOrd="0" destOrd="0" presId="urn:microsoft.com/office/officeart/2005/8/layout/hProcess9"/>
    <dgm:cxn modelId="{2A2D8474-9B14-4161-BEBF-89084840B6B9}" type="presOf" srcId="{2A501519-0B38-4383-9780-CDF17E949360}" destId="{C4BC8D53-A076-4059-9CD7-66816B5ABA0A}" srcOrd="0" destOrd="0" presId="urn:microsoft.com/office/officeart/2005/8/layout/hProcess9"/>
    <dgm:cxn modelId="{7840EDAE-7C02-49D4-A227-D38A1CA0AAB3}" srcId="{528AFB98-C8F9-4EE4-8B63-5C180E07E748}" destId="{2A501519-0B38-4383-9780-CDF17E949360}" srcOrd="0" destOrd="0" parTransId="{44F6B3B7-91F1-43C0-AE98-27B94C8FF591}" sibTransId="{DF7616AB-84C9-4ED6-B9DC-E0006A1E1142}"/>
    <dgm:cxn modelId="{438034C5-6D3A-495A-92BF-7A0DF660C9AA}" type="presOf" srcId="{9503070E-E032-4092-A4C4-DA00D0D272FD}" destId="{2C0D70C0-FDEF-4A19-8440-DB3310C85D8E}" srcOrd="0" destOrd="0" presId="urn:microsoft.com/office/officeart/2005/8/layout/hProcess9"/>
    <dgm:cxn modelId="{278696DB-DF7D-4C00-B36C-71CAF985C8C9}" type="presOf" srcId="{A326755D-8ED6-4CC9-9004-ED9C063E69E4}" destId="{91883108-41DF-4F00-BD19-E734E193D470}" srcOrd="0" destOrd="0" presId="urn:microsoft.com/office/officeart/2005/8/layout/hProcess9"/>
    <dgm:cxn modelId="{98F074BE-715C-4ED0-BF42-4D04117A89A1}" type="presParOf" srcId="{1144D1F0-12B9-45CF-A180-A481A245DF34}" destId="{161B06B5-1B63-4860-A309-2A43B44EA9F3}" srcOrd="0" destOrd="0" presId="urn:microsoft.com/office/officeart/2005/8/layout/hProcess9"/>
    <dgm:cxn modelId="{A552280D-FCCE-417A-8E5D-BAF59483E943}" type="presParOf" srcId="{1144D1F0-12B9-45CF-A180-A481A245DF34}" destId="{4079A15D-800C-4A59-A542-3636E57297C2}" srcOrd="1" destOrd="0" presId="urn:microsoft.com/office/officeart/2005/8/layout/hProcess9"/>
    <dgm:cxn modelId="{C6BEC44C-D5E0-44C7-BE87-4CACD788CBEC}" type="presParOf" srcId="{4079A15D-800C-4A59-A542-3636E57297C2}" destId="{C4BC8D53-A076-4059-9CD7-66816B5ABA0A}" srcOrd="0" destOrd="0" presId="urn:microsoft.com/office/officeart/2005/8/layout/hProcess9"/>
    <dgm:cxn modelId="{6C85D30C-E604-40DC-99E8-FE6E160EA503}" type="presParOf" srcId="{4079A15D-800C-4A59-A542-3636E57297C2}" destId="{99ECC3FB-3521-4EDD-A7EB-9BCEB4934661}" srcOrd="1" destOrd="0" presId="urn:microsoft.com/office/officeart/2005/8/layout/hProcess9"/>
    <dgm:cxn modelId="{7E4FF1EC-B791-42F7-BAF4-839337A9071C}" type="presParOf" srcId="{4079A15D-800C-4A59-A542-3636E57297C2}" destId="{2C0D70C0-FDEF-4A19-8440-DB3310C85D8E}" srcOrd="2" destOrd="0" presId="urn:microsoft.com/office/officeart/2005/8/layout/hProcess9"/>
    <dgm:cxn modelId="{83E3CAC1-AA63-4A0A-AE02-C5C3CFE48184}" type="presParOf" srcId="{4079A15D-800C-4A59-A542-3636E57297C2}" destId="{9BADC55D-243F-478F-82AB-AC47721CAADA}" srcOrd="3" destOrd="0" presId="urn:microsoft.com/office/officeart/2005/8/layout/hProcess9"/>
    <dgm:cxn modelId="{56811810-8E90-40D3-9690-7C8D6F473932}" type="presParOf" srcId="{4079A15D-800C-4A59-A542-3636E57297C2}" destId="{91883108-41DF-4F00-BD19-E734E193D47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AFB98-C8F9-4EE4-8B63-5C180E07E74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A501519-0B38-4383-9780-CDF17E949360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Inputs</a:t>
          </a:r>
          <a:endParaRPr lang="en-US" sz="2800" dirty="0"/>
        </a:p>
      </dgm:t>
    </dgm:pt>
    <dgm:pt modelId="{44F6B3B7-91F1-43C0-AE98-27B94C8FF591}" type="parTrans" cxnId="{7840EDAE-7C02-49D4-A227-D38A1CA0AAB3}">
      <dgm:prSet/>
      <dgm:spPr/>
      <dgm:t>
        <a:bodyPr/>
        <a:lstStyle/>
        <a:p>
          <a:endParaRPr lang="en-US"/>
        </a:p>
      </dgm:t>
    </dgm:pt>
    <dgm:pt modelId="{DF7616AB-84C9-4ED6-B9DC-E0006A1E1142}" type="sibTrans" cxnId="{7840EDAE-7C02-49D4-A227-D38A1CA0AAB3}">
      <dgm:prSet/>
      <dgm:spPr/>
      <dgm:t>
        <a:bodyPr/>
        <a:lstStyle/>
        <a:p>
          <a:endParaRPr lang="en-US"/>
        </a:p>
      </dgm:t>
    </dgm:pt>
    <dgm:pt modelId="{9503070E-E032-4092-A4C4-DA00D0D272FD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Logic</a:t>
          </a:r>
          <a:endParaRPr lang="en-US" sz="2800" dirty="0"/>
        </a:p>
      </dgm:t>
    </dgm:pt>
    <dgm:pt modelId="{108ACC48-2914-4C6E-969A-1B6FC6E3D96C}" type="parTrans" cxnId="{3D8F5C00-34B0-48E8-BBDD-C2EB0B1B2FE6}">
      <dgm:prSet/>
      <dgm:spPr/>
      <dgm:t>
        <a:bodyPr/>
        <a:lstStyle/>
        <a:p>
          <a:endParaRPr lang="en-US"/>
        </a:p>
      </dgm:t>
    </dgm:pt>
    <dgm:pt modelId="{A247F4DA-B6CC-4F6E-BEEB-EF72FC1E3D3F}" type="sibTrans" cxnId="{3D8F5C00-34B0-48E8-BBDD-C2EB0B1B2FE6}">
      <dgm:prSet/>
      <dgm:spPr/>
      <dgm:t>
        <a:bodyPr/>
        <a:lstStyle/>
        <a:p>
          <a:endParaRPr lang="en-US"/>
        </a:p>
      </dgm:t>
    </dgm:pt>
    <dgm:pt modelId="{A326755D-8ED6-4CC9-9004-ED9C063E69E4}">
      <dgm:prSet phldrT="[Text]"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US" sz="2800" dirty="0">
              <a:latin typeface="Aptos Display" panose="02110004020202020204"/>
            </a:rPr>
            <a:t>Output</a:t>
          </a:r>
          <a:endParaRPr lang="en-US" sz="2800" dirty="0"/>
        </a:p>
      </dgm:t>
    </dgm:pt>
    <dgm:pt modelId="{FF4F539F-B1DC-4216-8F68-C8CE2277EC5C}" type="parTrans" cxnId="{614C8D3E-2723-4E4D-A542-6ADCB4DEB3EF}">
      <dgm:prSet/>
      <dgm:spPr/>
      <dgm:t>
        <a:bodyPr/>
        <a:lstStyle/>
        <a:p>
          <a:endParaRPr lang="en-US"/>
        </a:p>
      </dgm:t>
    </dgm:pt>
    <dgm:pt modelId="{472EC5E1-57EE-4A81-9022-4F8878C9AA51}" type="sibTrans" cxnId="{614C8D3E-2723-4E4D-A542-6ADCB4DEB3EF}">
      <dgm:prSet/>
      <dgm:spPr/>
      <dgm:t>
        <a:bodyPr/>
        <a:lstStyle/>
        <a:p>
          <a:endParaRPr lang="en-US"/>
        </a:p>
      </dgm:t>
    </dgm:pt>
    <dgm:pt modelId="{1144D1F0-12B9-45CF-A180-A481A245DF34}" type="pres">
      <dgm:prSet presAssocID="{528AFB98-C8F9-4EE4-8B63-5C180E07E748}" presName="CompostProcess" presStyleCnt="0">
        <dgm:presLayoutVars>
          <dgm:dir/>
          <dgm:resizeHandles val="exact"/>
        </dgm:presLayoutVars>
      </dgm:prSet>
      <dgm:spPr/>
    </dgm:pt>
    <dgm:pt modelId="{161B06B5-1B63-4860-A309-2A43B44EA9F3}" type="pres">
      <dgm:prSet presAssocID="{528AFB98-C8F9-4EE4-8B63-5C180E07E748}" presName="arrow" presStyleLbl="bgShp" presStyleIdx="0" presStyleCnt="1" custScaleX="117647" custScaleY="100000" custLinFactNeighborX="0" custLinFactNeighborY="-5918"/>
      <dgm:spPr>
        <a:solidFill>
          <a:schemeClr val="tx2">
            <a:lumMod val="10000"/>
            <a:lumOff val="90000"/>
          </a:schemeClr>
        </a:solidFill>
      </dgm:spPr>
    </dgm:pt>
    <dgm:pt modelId="{4079A15D-800C-4A59-A542-3636E57297C2}" type="pres">
      <dgm:prSet presAssocID="{528AFB98-C8F9-4EE4-8B63-5C180E07E748}" presName="linearProcess" presStyleCnt="0"/>
      <dgm:spPr/>
    </dgm:pt>
    <dgm:pt modelId="{C4BC8D53-A076-4059-9CD7-66816B5ABA0A}" type="pres">
      <dgm:prSet presAssocID="{2A501519-0B38-4383-9780-CDF17E949360}" presName="textNode" presStyleLbl="node1" presStyleIdx="0" presStyleCnt="3" custScaleX="78358">
        <dgm:presLayoutVars>
          <dgm:bulletEnabled val="1"/>
        </dgm:presLayoutVars>
      </dgm:prSet>
      <dgm:spPr/>
    </dgm:pt>
    <dgm:pt modelId="{99ECC3FB-3521-4EDD-A7EB-9BCEB4934661}" type="pres">
      <dgm:prSet presAssocID="{DF7616AB-84C9-4ED6-B9DC-E0006A1E1142}" presName="sibTrans" presStyleCnt="0"/>
      <dgm:spPr/>
    </dgm:pt>
    <dgm:pt modelId="{2C0D70C0-FDEF-4A19-8440-DB3310C85D8E}" type="pres">
      <dgm:prSet presAssocID="{9503070E-E032-4092-A4C4-DA00D0D272FD}" presName="textNode" presStyleLbl="node1" presStyleIdx="1" presStyleCnt="3" custScaleX="78358">
        <dgm:presLayoutVars>
          <dgm:bulletEnabled val="1"/>
        </dgm:presLayoutVars>
      </dgm:prSet>
      <dgm:spPr/>
    </dgm:pt>
    <dgm:pt modelId="{9BADC55D-243F-478F-82AB-AC47721CAADA}" type="pres">
      <dgm:prSet presAssocID="{A247F4DA-B6CC-4F6E-BEEB-EF72FC1E3D3F}" presName="sibTrans" presStyleCnt="0"/>
      <dgm:spPr/>
    </dgm:pt>
    <dgm:pt modelId="{91883108-41DF-4F00-BD19-E734E193D470}" type="pres">
      <dgm:prSet presAssocID="{A326755D-8ED6-4CC9-9004-ED9C063E69E4}" presName="textNode" presStyleLbl="node1" presStyleIdx="2" presStyleCnt="3" custScaleX="78358">
        <dgm:presLayoutVars>
          <dgm:bulletEnabled val="1"/>
        </dgm:presLayoutVars>
      </dgm:prSet>
      <dgm:spPr/>
    </dgm:pt>
  </dgm:ptLst>
  <dgm:cxnLst>
    <dgm:cxn modelId="{3D8F5C00-34B0-48E8-BBDD-C2EB0B1B2FE6}" srcId="{528AFB98-C8F9-4EE4-8B63-5C180E07E748}" destId="{9503070E-E032-4092-A4C4-DA00D0D272FD}" srcOrd="1" destOrd="0" parTransId="{108ACC48-2914-4C6E-969A-1B6FC6E3D96C}" sibTransId="{A247F4DA-B6CC-4F6E-BEEB-EF72FC1E3D3F}"/>
    <dgm:cxn modelId="{614C8D3E-2723-4E4D-A542-6ADCB4DEB3EF}" srcId="{528AFB98-C8F9-4EE4-8B63-5C180E07E748}" destId="{A326755D-8ED6-4CC9-9004-ED9C063E69E4}" srcOrd="2" destOrd="0" parTransId="{FF4F539F-B1DC-4216-8F68-C8CE2277EC5C}" sibTransId="{472EC5E1-57EE-4A81-9022-4F8878C9AA51}"/>
    <dgm:cxn modelId="{5AF2FA69-F311-493A-9A82-10D4BB0B72BB}" type="presOf" srcId="{528AFB98-C8F9-4EE4-8B63-5C180E07E748}" destId="{1144D1F0-12B9-45CF-A180-A481A245DF34}" srcOrd="0" destOrd="0" presId="urn:microsoft.com/office/officeart/2005/8/layout/hProcess9"/>
    <dgm:cxn modelId="{2A2D8474-9B14-4161-BEBF-89084840B6B9}" type="presOf" srcId="{2A501519-0B38-4383-9780-CDF17E949360}" destId="{C4BC8D53-A076-4059-9CD7-66816B5ABA0A}" srcOrd="0" destOrd="0" presId="urn:microsoft.com/office/officeart/2005/8/layout/hProcess9"/>
    <dgm:cxn modelId="{7840EDAE-7C02-49D4-A227-D38A1CA0AAB3}" srcId="{528AFB98-C8F9-4EE4-8B63-5C180E07E748}" destId="{2A501519-0B38-4383-9780-CDF17E949360}" srcOrd="0" destOrd="0" parTransId="{44F6B3B7-91F1-43C0-AE98-27B94C8FF591}" sibTransId="{DF7616AB-84C9-4ED6-B9DC-E0006A1E1142}"/>
    <dgm:cxn modelId="{438034C5-6D3A-495A-92BF-7A0DF660C9AA}" type="presOf" srcId="{9503070E-E032-4092-A4C4-DA00D0D272FD}" destId="{2C0D70C0-FDEF-4A19-8440-DB3310C85D8E}" srcOrd="0" destOrd="0" presId="urn:microsoft.com/office/officeart/2005/8/layout/hProcess9"/>
    <dgm:cxn modelId="{278696DB-DF7D-4C00-B36C-71CAF985C8C9}" type="presOf" srcId="{A326755D-8ED6-4CC9-9004-ED9C063E69E4}" destId="{91883108-41DF-4F00-BD19-E734E193D470}" srcOrd="0" destOrd="0" presId="urn:microsoft.com/office/officeart/2005/8/layout/hProcess9"/>
    <dgm:cxn modelId="{98F074BE-715C-4ED0-BF42-4D04117A89A1}" type="presParOf" srcId="{1144D1F0-12B9-45CF-A180-A481A245DF34}" destId="{161B06B5-1B63-4860-A309-2A43B44EA9F3}" srcOrd="0" destOrd="0" presId="urn:microsoft.com/office/officeart/2005/8/layout/hProcess9"/>
    <dgm:cxn modelId="{A552280D-FCCE-417A-8E5D-BAF59483E943}" type="presParOf" srcId="{1144D1F0-12B9-45CF-A180-A481A245DF34}" destId="{4079A15D-800C-4A59-A542-3636E57297C2}" srcOrd="1" destOrd="0" presId="urn:microsoft.com/office/officeart/2005/8/layout/hProcess9"/>
    <dgm:cxn modelId="{C6BEC44C-D5E0-44C7-BE87-4CACD788CBEC}" type="presParOf" srcId="{4079A15D-800C-4A59-A542-3636E57297C2}" destId="{C4BC8D53-A076-4059-9CD7-66816B5ABA0A}" srcOrd="0" destOrd="0" presId="urn:microsoft.com/office/officeart/2005/8/layout/hProcess9"/>
    <dgm:cxn modelId="{6C85D30C-E604-40DC-99E8-FE6E160EA503}" type="presParOf" srcId="{4079A15D-800C-4A59-A542-3636E57297C2}" destId="{99ECC3FB-3521-4EDD-A7EB-9BCEB4934661}" srcOrd="1" destOrd="0" presId="urn:microsoft.com/office/officeart/2005/8/layout/hProcess9"/>
    <dgm:cxn modelId="{7E4FF1EC-B791-42F7-BAF4-839337A9071C}" type="presParOf" srcId="{4079A15D-800C-4A59-A542-3636E57297C2}" destId="{2C0D70C0-FDEF-4A19-8440-DB3310C85D8E}" srcOrd="2" destOrd="0" presId="urn:microsoft.com/office/officeart/2005/8/layout/hProcess9"/>
    <dgm:cxn modelId="{83E3CAC1-AA63-4A0A-AE02-C5C3CFE48184}" type="presParOf" srcId="{4079A15D-800C-4A59-A542-3636E57297C2}" destId="{9BADC55D-243F-478F-82AB-AC47721CAADA}" srcOrd="3" destOrd="0" presId="urn:microsoft.com/office/officeart/2005/8/layout/hProcess9"/>
    <dgm:cxn modelId="{56811810-8E90-40D3-9690-7C8D6F473932}" type="presParOf" srcId="{4079A15D-800C-4A59-A542-3636E57297C2}" destId="{91883108-41DF-4F00-BD19-E734E193D47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B06B5-1B63-4860-A309-2A43B44EA9F3}">
      <dsp:nvSpPr>
        <dsp:cNvPr id="0" name=""/>
        <dsp:cNvSpPr/>
      </dsp:nvSpPr>
      <dsp:spPr>
        <a:xfrm>
          <a:off x="1" y="0"/>
          <a:ext cx="6999269" cy="2373065"/>
        </a:xfrm>
        <a:prstGeom prst="rightArrow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8D53-A076-4059-9CD7-66816B5ABA0A}">
      <dsp:nvSpPr>
        <dsp:cNvPr id="0" name=""/>
        <dsp:cNvSpPr/>
      </dsp:nvSpPr>
      <dsp:spPr>
        <a:xfrm>
          <a:off x="0" y="711919"/>
          <a:ext cx="2099781" cy="949226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Inputs</a:t>
          </a:r>
          <a:endParaRPr lang="en-US" sz="2800" kern="1200" dirty="0"/>
        </a:p>
      </dsp:txBody>
      <dsp:txXfrm>
        <a:off x="46337" y="758256"/>
        <a:ext cx="2007107" cy="856552"/>
      </dsp:txXfrm>
    </dsp:sp>
    <dsp:sp modelId="{2C0D70C0-FDEF-4A19-8440-DB3310C85D8E}">
      <dsp:nvSpPr>
        <dsp:cNvPr id="0" name=""/>
        <dsp:cNvSpPr/>
      </dsp:nvSpPr>
      <dsp:spPr>
        <a:xfrm>
          <a:off x="2449745" y="711919"/>
          <a:ext cx="2099781" cy="949226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Logic</a:t>
          </a:r>
          <a:endParaRPr lang="en-US" sz="2800" kern="1200" dirty="0"/>
        </a:p>
      </dsp:txBody>
      <dsp:txXfrm>
        <a:off x="2496082" y="758256"/>
        <a:ext cx="2007107" cy="856552"/>
      </dsp:txXfrm>
    </dsp:sp>
    <dsp:sp modelId="{91883108-41DF-4F00-BD19-E734E193D470}">
      <dsp:nvSpPr>
        <dsp:cNvPr id="0" name=""/>
        <dsp:cNvSpPr/>
      </dsp:nvSpPr>
      <dsp:spPr>
        <a:xfrm>
          <a:off x="4899491" y="711919"/>
          <a:ext cx="2099781" cy="949226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Output</a:t>
          </a:r>
          <a:endParaRPr lang="en-US" sz="2800" kern="1200" dirty="0"/>
        </a:p>
      </dsp:txBody>
      <dsp:txXfrm>
        <a:off x="4945828" y="758256"/>
        <a:ext cx="2007107" cy="856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B06B5-1B63-4860-A309-2A43B44EA9F3}">
      <dsp:nvSpPr>
        <dsp:cNvPr id="0" name=""/>
        <dsp:cNvSpPr/>
      </dsp:nvSpPr>
      <dsp:spPr>
        <a:xfrm>
          <a:off x="2" y="0"/>
          <a:ext cx="11228484" cy="1371589"/>
        </a:xfrm>
        <a:prstGeom prst="rightArrow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8D53-A076-4059-9CD7-66816B5ABA0A}">
      <dsp:nvSpPr>
        <dsp:cNvPr id="0" name=""/>
        <dsp:cNvSpPr/>
      </dsp:nvSpPr>
      <dsp:spPr>
        <a:xfrm>
          <a:off x="1093531" y="411476"/>
          <a:ext cx="2639526" cy="548635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Inputs</a:t>
          </a:r>
          <a:endParaRPr lang="en-US" sz="2800" kern="1200" dirty="0"/>
        </a:p>
      </dsp:txBody>
      <dsp:txXfrm>
        <a:off x="1120313" y="438258"/>
        <a:ext cx="2585962" cy="495071"/>
      </dsp:txXfrm>
    </dsp:sp>
    <dsp:sp modelId="{2C0D70C0-FDEF-4A19-8440-DB3310C85D8E}">
      <dsp:nvSpPr>
        <dsp:cNvPr id="0" name=""/>
        <dsp:cNvSpPr/>
      </dsp:nvSpPr>
      <dsp:spPr>
        <a:xfrm>
          <a:off x="4294481" y="411476"/>
          <a:ext cx="2639526" cy="548635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Logic</a:t>
          </a:r>
          <a:endParaRPr lang="en-US" sz="2800" kern="1200" dirty="0"/>
        </a:p>
      </dsp:txBody>
      <dsp:txXfrm>
        <a:off x="4321263" y="438258"/>
        <a:ext cx="2585962" cy="495071"/>
      </dsp:txXfrm>
    </dsp:sp>
    <dsp:sp modelId="{91883108-41DF-4F00-BD19-E734E193D470}">
      <dsp:nvSpPr>
        <dsp:cNvPr id="0" name=""/>
        <dsp:cNvSpPr/>
      </dsp:nvSpPr>
      <dsp:spPr>
        <a:xfrm>
          <a:off x="7495432" y="411476"/>
          <a:ext cx="2639526" cy="548635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Output</a:t>
          </a:r>
          <a:endParaRPr lang="en-US" sz="2800" kern="1200" dirty="0"/>
        </a:p>
      </dsp:txBody>
      <dsp:txXfrm>
        <a:off x="7522214" y="438258"/>
        <a:ext cx="2585962" cy="4950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B06B5-1B63-4860-A309-2A43B44EA9F3}">
      <dsp:nvSpPr>
        <dsp:cNvPr id="0" name=""/>
        <dsp:cNvSpPr/>
      </dsp:nvSpPr>
      <dsp:spPr>
        <a:xfrm>
          <a:off x="2" y="0"/>
          <a:ext cx="11228484" cy="1371589"/>
        </a:xfrm>
        <a:prstGeom prst="rightArrow">
          <a:avLst/>
        </a:prstGeom>
        <a:solidFill>
          <a:schemeClr val="tx2">
            <a:lumMod val="10000"/>
            <a:lumOff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8D53-A076-4059-9CD7-66816B5ABA0A}">
      <dsp:nvSpPr>
        <dsp:cNvPr id="0" name=""/>
        <dsp:cNvSpPr/>
      </dsp:nvSpPr>
      <dsp:spPr>
        <a:xfrm>
          <a:off x="1093531" y="411476"/>
          <a:ext cx="2639526" cy="548635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Inputs</a:t>
          </a:r>
          <a:endParaRPr lang="en-US" sz="2800" kern="1200" dirty="0"/>
        </a:p>
      </dsp:txBody>
      <dsp:txXfrm>
        <a:off x="1120313" y="438258"/>
        <a:ext cx="2585962" cy="495071"/>
      </dsp:txXfrm>
    </dsp:sp>
    <dsp:sp modelId="{2C0D70C0-FDEF-4A19-8440-DB3310C85D8E}">
      <dsp:nvSpPr>
        <dsp:cNvPr id="0" name=""/>
        <dsp:cNvSpPr/>
      </dsp:nvSpPr>
      <dsp:spPr>
        <a:xfrm>
          <a:off x="4294481" y="411476"/>
          <a:ext cx="2639526" cy="548635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Logic</a:t>
          </a:r>
          <a:endParaRPr lang="en-US" sz="2800" kern="1200" dirty="0"/>
        </a:p>
      </dsp:txBody>
      <dsp:txXfrm>
        <a:off x="4321263" y="438258"/>
        <a:ext cx="2585962" cy="495071"/>
      </dsp:txXfrm>
    </dsp:sp>
    <dsp:sp modelId="{91883108-41DF-4F00-BD19-E734E193D470}">
      <dsp:nvSpPr>
        <dsp:cNvPr id="0" name=""/>
        <dsp:cNvSpPr/>
      </dsp:nvSpPr>
      <dsp:spPr>
        <a:xfrm>
          <a:off x="7495432" y="411476"/>
          <a:ext cx="2639526" cy="548635"/>
        </a:xfrm>
        <a:prstGeom prst="round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 Display" panose="02110004020202020204"/>
            </a:rPr>
            <a:t>Output</a:t>
          </a:r>
          <a:endParaRPr lang="en-US" sz="2800" kern="1200" dirty="0"/>
        </a:p>
      </dsp:txBody>
      <dsp:txXfrm>
        <a:off x="7522214" y="438258"/>
        <a:ext cx="2585962" cy="495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795BE-4DC4-894B-A916-F1419E530B3A}" type="datetimeFigureOut">
              <a:rPr lang="en-US" smtClean="0"/>
              <a:t>6/10/25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9AE0B-D124-114D-8580-1CFD8BF71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5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F3A77-B1DA-544D-8C75-8A764C2DE6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5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F3A77-B1DA-544D-8C75-8A764C2DE6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65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59187-B73D-6798-8E35-6A71C536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24D29-E190-ABF6-0DD8-A8D4F9607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6F789-0529-9FA5-4EC7-E46495281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E1C46-DF37-CF62-1BD6-B3EBB2C4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F3A77-B1DA-544D-8C75-8A764C2DE6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66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EF080-60E4-B2AB-C57D-8E038971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047AA-EF6E-4158-F2D8-2C80BB6EA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D2EAD-DC83-CA06-CD6F-766541E68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A42DD-A81F-0C39-8414-F2706EDA8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F3A77-B1DA-544D-8C75-8A764C2DE6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15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2DD9-80E3-85A7-53F3-F845567C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7628F-53D9-67E8-ACC0-624C79791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9181B-CF4D-2A00-BE66-63CA45691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9EDAD-EAEC-2AC9-A13F-8BBBC59A2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F3A77-B1DA-544D-8C75-8A764C2DE6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1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23B3-89B8-02A3-F133-F08FD603F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0FBDC-00D0-182F-137C-983332A3F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47406-1972-7969-6318-5EC29DA0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03A3-65E5-BA3B-4313-5C740846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062E9-07DB-CD0F-C428-519376E3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8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E584-C4C1-6D47-2B16-276EE4DA0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EA36B-1083-6204-0A75-957B93327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6C87-F206-6F16-D87C-EE500A0B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676EF-D915-C4EE-C034-B26A85A7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8B890-56EB-C4CA-45F2-C44998A5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6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2672-B9A8-E665-F8D8-34EA8680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859D9-6471-1451-7C2C-0E3B2B697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41668-C90E-3362-7D53-D49F9048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AE902-69CB-E6F3-087D-6DEEEC35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E1F63-181C-FF28-E59E-1FAEB129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6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8D73-6F23-DB2D-B261-49BBE216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07E8-CBAA-3B21-0B67-B559B308E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282DC-402E-9601-8856-AE195AE07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F5725-DA3E-F6A3-5BAF-96B5E533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715CE-8D8D-85C5-1206-98585376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E3338-86DA-4A79-FC27-61E55868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AAD9-14D9-BBB9-A608-9142F87C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55CD1-991A-0FFA-6219-4EB7FF480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E7033-D806-D0AA-EE5D-81075A235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5637E-F97D-1363-A804-F32967E1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F9895-3DFC-99D6-3536-C820AC8CA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823A8-C90D-8D88-B6A2-8E1E457B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85CD7-0023-E23A-5E28-9BA262C6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80ED34-9A98-2AFF-920F-00BB8535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0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FC50-20D7-112E-4324-85A3E882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76736-5A91-032B-AE57-05E1233C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9EF43-B589-7A08-F420-1E9E346A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5EC20-9224-7CD5-E7B4-BB36104A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98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C7AAF-63EA-5801-6A1C-6F58F20F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4F075-706E-537C-1225-91F88EBC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EC235-ECCC-565E-A624-909F1886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B33E-E674-01EA-658F-7C63C26D0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EAEB4-64FB-68E7-B82C-14ACA9C80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31684-64B1-695B-3291-F206D7DA2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CF176-4C63-41C6-DB65-00A52236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24718-43C1-3906-1D5F-BD730A4C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5D497-FF44-2530-7A90-5D6FFCEE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9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0E48-8E2B-4AB7-A200-D1543395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089C2-39E1-314A-B622-9756F2BD8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8389B-F880-98DD-A57A-53B5CB1FB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EB1DA-15A6-F715-1F71-1A6B23F4F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B35D3-9DD6-CAE4-ED43-F1456D49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8A2FA-D6BF-D75B-CE99-7A3C3CFF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BBB4-D1AB-17F8-1B91-E5716F4F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A5C23-4B2B-1972-2851-D06363FC7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26706-E4FC-DCA8-2769-A110103A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A0170-7A7E-30D3-438D-C578318B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118E-0687-2486-4C64-BFA2CE22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2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D4549-985A-B88D-2BF1-57FDC354C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A16FB-2F95-9DB9-9723-09AA64CD6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46E91-1CE9-795D-53D7-9EAF08BD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AF5AF-06E0-111F-ED45-812AB02B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8D751-004D-77AA-A3F1-1BB750F3F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98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50A28E-E7DE-4D48-8938-DCE9CA5E827E}"/>
              </a:ext>
            </a:extLst>
          </p:cNvPr>
          <p:cNvSpPr/>
          <p:nvPr/>
        </p:nvSpPr>
        <p:spPr>
          <a:xfrm rot="5400000">
            <a:off x="6058423" y="-6058421"/>
            <a:ext cx="75159" cy="121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C7B07-969E-AF88-1359-1C764FF6FA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473493"/>
            <a:ext cx="11074400" cy="85730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/>
              <a:t>Click to edit a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045770-18DF-5B47-FE9C-2E4DA90182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1413933"/>
            <a:ext cx="11074400" cy="5063067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800"/>
            </a:lvl3pPr>
            <a:lvl4pPr>
              <a:spcAft>
                <a:spcPts val="800"/>
              </a:spcAft>
              <a:defRPr sz="1800"/>
            </a:lvl4pPr>
            <a:lvl5pPr>
              <a:spcAft>
                <a:spcPts val="800"/>
              </a:spcAft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534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 with Photo Box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B51580FE-8196-F324-8BC8-09FBE6AB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1" y="1679193"/>
            <a:ext cx="6338307" cy="3761608"/>
          </a:xfrm>
        </p:spPr>
        <p:txBody>
          <a:bodyPr anchor="t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A91D67-9ACD-8257-4F7B-EBF88687B543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4CE7FD-CDB0-5176-213C-6F98D01412CB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C3607F-A354-D27F-0694-2C4049C06C5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28729F9-2D9D-DBFB-6790-23A265635BEC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951B04-A919-D6D8-C6E4-7531F549C409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4C852E-171C-E2E9-C37A-66CFE678BF09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3703300-C696-D62B-2603-E12BD7224A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016" r="19837" b="11674"/>
          <a:stretch/>
        </p:blipFill>
        <p:spPr>
          <a:xfrm>
            <a:off x="7187878" y="-1"/>
            <a:ext cx="617818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3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F7051-73F6-0F79-D509-AF67BD61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5979-52FA-E31F-0899-9188BDC4C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EACD-896C-9003-30A8-DF1A3C24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99598-E3D3-B14D-907D-40AE5C0B9FBF}" type="datetimeFigureOut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348C4-9AF7-5D15-3DFA-AE62479ED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5AC2F-BA47-441B-4C08-F1E0FA6C5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71CFE-5C75-B844-B8CF-621629FD9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http://127.0.0.1:500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431D-EFBD-7797-CA16-C9DDDB2A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32F4AC84-2C41-18D4-0463-1F7FB01BF220}"/>
              </a:ext>
            </a:extLst>
          </p:cNvPr>
          <p:cNvSpPr txBox="1">
            <a:spLocks/>
          </p:cNvSpPr>
          <p:nvPr/>
        </p:nvSpPr>
        <p:spPr bwMode="auto">
          <a:xfrm>
            <a:off x="746739" y="2772080"/>
            <a:ext cx="9985709" cy="1910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543705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800" b="1" i="0" kern="1200" spc="20" baseline="0">
                <a:solidFill>
                  <a:srgbClr val="3D3D3D"/>
                </a:solidFill>
                <a:latin typeface="Neue Haas Grotesk Text Pro" panose="020B0504020202020204" pitchFamily="34" charset="77"/>
                <a:ea typeface="MS PGothic" pitchFamily="34" charset="-128"/>
                <a:cs typeface="Browallia New" panose="020B0604020202020204" pitchFamily="34" charset="0"/>
              </a:defRPr>
            </a:lvl1pPr>
            <a:lvl2pPr algn="l" defTabSz="543705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533">
                <a:solidFill>
                  <a:srgbClr val="286664"/>
                </a:solidFill>
                <a:latin typeface="Cambria" charset="0"/>
                <a:ea typeface="MS PGothic" pitchFamily="34" charset="-128"/>
                <a:cs typeface="Cambria" charset="0"/>
              </a:defRPr>
            </a:lvl2pPr>
            <a:lvl3pPr algn="l" defTabSz="543705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533">
                <a:solidFill>
                  <a:srgbClr val="286664"/>
                </a:solidFill>
                <a:latin typeface="Cambria" charset="0"/>
                <a:ea typeface="MS PGothic" pitchFamily="34" charset="-128"/>
                <a:cs typeface="Cambria" charset="0"/>
              </a:defRPr>
            </a:lvl3pPr>
            <a:lvl4pPr algn="l" defTabSz="543705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533">
                <a:solidFill>
                  <a:srgbClr val="286664"/>
                </a:solidFill>
                <a:latin typeface="Cambria" charset="0"/>
                <a:ea typeface="MS PGothic" pitchFamily="34" charset="-128"/>
                <a:cs typeface="Cambria" charset="0"/>
              </a:defRPr>
            </a:lvl4pPr>
            <a:lvl5pPr algn="l" defTabSz="543705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533">
                <a:solidFill>
                  <a:srgbClr val="286664"/>
                </a:solidFill>
                <a:latin typeface="Cambria" charset="0"/>
                <a:ea typeface="MS PGothic" pitchFamily="34" charset="-128"/>
                <a:cs typeface="Cambria" charset="0"/>
              </a:defRPr>
            </a:lvl5pPr>
            <a:lvl6pPr marL="380990" algn="l" defTabSz="543705" rtl="0" eaLnBrk="1" fontAlgn="base" hangingPunct="1">
              <a:spcBef>
                <a:spcPct val="0"/>
              </a:spcBef>
              <a:spcAft>
                <a:spcPct val="0"/>
              </a:spcAft>
              <a:defRPr sz="5067">
                <a:solidFill>
                  <a:srgbClr val="1C4846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761981" algn="l" defTabSz="543705" rtl="0" eaLnBrk="1" fontAlgn="base" hangingPunct="1">
              <a:spcBef>
                <a:spcPct val="0"/>
              </a:spcBef>
              <a:spcAft>
                <a:spcPct val="0"/>
              </a:spcAft>
              <a:defRPr sz="5067">
                <a:solidFill>
                  <a:srgbClr val="1C4846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142971" algn="l" defTabSz="543705" rtl="0" eaLnBrk="1" fontAlgn="base" hangingPunct="1">
              <a:spcBef>
                <a:spcPct val="0"/>
              </a:spcBef>
              <a:spcAft>
                <a:spcPct val="0"/>
              </a:spcAft>
              <a:defRPr sz="5067">
                <a:solidFill>
                  <a:srgbClr val="1C4846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523962" algn="l" defTabSz="543705" rtl="0" eaLnBrk="1" fontAlgn="base" hangingPunct="1">
              <a:spcBef>
                <a:spcPct val="0"/>
              </a:spcBef>
              <a:spcAft>
                <a:spcPct val="0"/>
              </a:spcAft>
              <a:defRPr sz="5067">
                <a:solidFill>
                  <a:srgbClr val="1C4846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543705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20" normalizeH="0" baseline="0" noProof="0" dirty="0">
                <a:ln>
                  <a:noFill/>
                </a:ln>
                <a:solidFill>
                  <a:srgbClr val="F7971C"/>
                </a:solidFill>
                <a:effectLst/>
                <a:uLnTx/>
                <a:uFillTx/>
                <a:latin typeface="Neue Haas Grotesk Text Pro" panose="020B0504020202020204" pitchFamily="34" charset="77"/>
                <a:ea typeface="MS PGothic" pitchFamily="34" charset="-128"/>
                <a:cs typeface="Browallia New" panose="020B0604020202020204" pitchFamily="34" charset="0"/>
              </a:rPr>
              <a:t>Canopy – AI initiative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FAB268-3B25-4145-040A-1B483DBF7556}"/>
              </a:ext>
            </a:extLst>
          </p:cNvPr>
          <p:cNvSpPr/>
          <p:nvPr/>
        </p:nvSpPr>
        <p:spPr>
          <a:xfrm>
            <a:off x="0" y="-547010"/>
            <a:ext cx="1651000" cy="546100"/>
          </a:xfrm>
          <a:prstGeom prst="rect">
            <a:avLst/>
          </a:prstGeom>
          <a:solidFill>
            <a:srgbClr val="E12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 min</a:t>
            </a:r>
          </a:p>
        </p:txBody>
      </p:sp>
    </p:spTree>
    <p:extLst>
      <p:ext uri="{BB962C8B-B14F-4D97-AF65-F5344CB8AC3E}">
        <p14:creationId xmlns:p14="http://schemas.microsoft.com/office/powerpoint/2010/main" val="7252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7A6080-B365-3E06-9798-5585FBB85E05}"/>
              </a:ext>
            </a:extLst>
          </p:cNvPr>
          <p:cNvSpPr/>
          <p:nvPr/>
        </p:nvSpPr>
        <p:spPr>
          <a:xfrm>
            <a:off x="6096000" y="-21017"/>
            <a:ext cx="6096000" cy="169909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BFF493-454B-CCCE-A306-FF6040CF5833}"/>
              </a:ext>
            </a:extLst>
          </p:cNvPr>
          <p:cNvSpPr/>
          <p:nvPr/>
        </p:nvSpPr>
        <p:spPr>
          <a:xfrm>
            <a:off x="-1" y="-21017"/>
            <a:ext cx="8159263" cy="16990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800" dirty="0"/>
              <a:t>AI &amp; Canopy</a:t>
            </a:r>
          </a:p>
          <a:p>
            <a:pPr lvl="1"/>
            <a:endParaRPr lang="en-US" sz="1600" dirty="0"/>
          </a:p>
          <a:p>
            <a:pPr lvl="1"/>
            <a:r>
              <a:rPr lang="en-US" sz="2000" dirty="0"/>
              <a:t>Leveraging AI as an agent to participate in the process through data research, analysis, &amp; content creation</a:t>
            </a:r>
          </a:p>
          <a:p>
            <a:endParaRPr lang="en-US" sz="16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9DF44B4-7630-A6C8-0A3D-AB475CE0A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231110"/>
              </p:ext>
            </p:extLst>
          </p:nvPr>
        </p:nvGraphicFramePr>
        <p:xfrm>
          <a:off x="2596363" y="2242467"/>
          <a:ext cx="6999273" cy="237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601B629-46E6-6960-53AE-C6D8C21E01AD}"/>
              </a:ext>
            </a:extLst>
          </p:cNvPr>
          <p:cNvSpPr txBox="1">
            <a:spLocks/>
          </p:cNvSpPr>
          <p:nvPr/>
        </p:nvSpPr>
        <p:spPr bwMode="auto">
          <a:xfrm>
            <a:off x="8784308" y="307748"/>
            <a:ext cx="2252072" cy="87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91440" rIns="0" bIns="91440" numCol="1" anchor="ctr" anchorCtr="0" compatLnSpc="1">
            <a:prstTxWarp prst="textNoShape">
              <a:avLst/>
            </a:prstTxWarp>
          </a:bodyPr>
          <a:lstStyle>
            <a:lvl1pPr marL="0" indent="0" algn="l" defTabSz="543705" rtl="0" eaLnBrk="1" fontAlgn="base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ct val="80000"/>
              <a:buFont typeface="Wingdings" pitchFamily="2" charset="2"/>
              <a:buNone/>
              <a:defRPr sz="2400" b="0" i="0" kern="1200">
                <a:solidFill>
                  <a:srgbClr val="3D3D3D"/>
                </a:solidFill>
                <a:latin typeface="Aptos Light" panose="020B0004020202020204" pitchFamily="34" charset="0"/>
                <a:ea typeface="MS PGothic" pitchFamily="34" charset="-128"/>
                <a:cs typeface="Calibri Light"/>
              </a:defRPr>
            </a:lvl1pPr>
            <a:lvl2pPr marL="640062" indent="-213352" algn="l" defTabSz="543705" rtl="0" eaLnBrk="1" fontAlgn="base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ct val="100000"/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ptos Light" panose="020B0004020202020204" pitchFamily="34" charset="0"/>
                <a:ea typeface="MS PGothic" pitchFamily="34" charset="-128"/>
                <a:cs typeface="Calibri Light"/>
              </a:defRPr>
            </a:lvl2pPr>
            <a:lvl3pPr marL="1127730" indent="-213352" algn="l" defTabSz="543705" rtl="0" eaLnBrk="1" fontAlgn="base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ct val="80000"/>
              <a:buFont typeface="Lucida Grande" charset="0"/>
              <a:buChar char="−"/>
              <a:defRPr sz="2000" b="0" i="0" kern="1200">
                <a:solidFill>
                  <a:schemeClr val="bg1"/>
                </a:solidFill>
                <a:latin typeface="Aptos Light" panose="020B0004020202020204" pitchFamily="34" charset="0"/>
                <a:ea typeface="MS PGothic" pitchFamily="34" charset="-128"/>
                <a:cs typeface="Calibri Light"/>
              </a:defRPr>
            </a:lvl3pPr>
            <a:lvl4pPr marL="1858652" indent="-226213" algn="l" defTabSz="54370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b="0" i="0" kern="1200">
                <a:solidFill>
                  <a:schemeClr val="bg1"/>
                </a:solidFill>
                <a:latin typeface="Aptos Light" panose="020B0004020202020204" pitchFamily="34" charset="0"/>
                <a:ea typeface="MS PGothic" pitchFamily="34" charset="-128"/>
                <a:cs typeface="Calibri Light"/>
              </a:defRPr>
            </a:lvl4pPr>
            <a:lvl5pPr marL="2383836" indent="-206370" algn="l" defTabSz="54370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8"/>
              </a:buBlip>
              <a:defRPr sz="2000" b="0" i="0" kern="1200">
                <a:solidFill>
                  <a:schemeClr val="bg1"/>
                </a:solidFill>
                <a:latin typeface="Aptos Light" panose="020B0004020202020204" pitchFamily="34" charset="0"/>
                <a:ea typeface="MS PGothic" pitchFamily="34" charset="-128"/>
                <a:cs typeface="Calibri Light"/>
              </a:defRPr>
            </a:lvl5pPr>
            <a:lvl6pPr marL="2993346" indent="-272123" algn="l" defTabSz="54424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592" indent="-272123" algn="l" defTabSz="54424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1837" indent="-272123" algn="l" defTabSz="54424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082" indent="-272123" algn="l" defTabSz="54424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609585"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eue Haas Grotesk Text Pro"/>
                <a:ea typeface="MS PGothic"/>
                <a:cs typeface="Calibri Light"/>
              </a:rPr>
              <a:t>Franco</a:t>
            </a:r>
            <a:r>
              <a:rPr lang="en-US" sz="1100" b="1" dirty="0">
                <a:solidFill>
                  <a:schemeClr val="bg1"/>
                </a:solidFill>
                <a:latin typeface="Neue Haas Grotesk Text Pro"/>
                <a:ea typeface="MS PGothic"/>
              </a:rPr>
              <a:t> Ruggeri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eue Haas Grotesk Text Pro" panose="020B0504020202020204" pitchFamily="34" charset="77"/>
              <a:ea typeface="MS PGothic" pitchFamily="34" charset="-128"/>
              <a:cs typeface="Calibri Light"/>
            </a:endParaRPr>
          </a:p>
          <a:p>
            <a:pPr marL="0" marR="0" lvl="0" indent="0" algn="r" defTabSz="60958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eue Haas Grotesk Text Pro"/>
                <a:ea typeface="MS PGothic"/>
                <a:cs typeface="Calibri Light"/>
              </a:rPr>
              <a:t>Head of Product, Transform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eue Haas Grotesk Text Pro" panose="020B0504020202020204" pitchFamily="34" charset="77"/>
              <a:ea typeface="MS PGothic" pitchFamily="34" charset="-128"/>
              <a:cs typeface="Calibri Light"/>
            </a:endParaRPr>
          </a:p>
          <a:p>
            <a:pPr lvl="0" algn="r" defTabSz="609585">
              <a:defRPr/>
            </a:pPr>
            <a:r>
              <a:rPr lang="en-US" sz="1100" dirty="0">
                <a:solidFill>
                  <a:schemeClr val="bg1"/>
                </a:solidFill>
                <a:latin typeface="Neue Haas Grotesk Text Pro"/>
                <a:ea typeface="MS PGothic"/>
              </a:rPr>
              <a:t>Board product member, Canopy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835A3F-1C8F-435D-FD7A-240FC6DB22A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02" b="502"/>
          <a:stretch/>
        </p:blipFill>
        <p:spPr>
          <a:xfrm>
            <a:off x="11140917" y="307747"/>
            <a:ext cx="887628" cy="878713"/>
          </a:xfrm>
          <a:prstGeom prst="ellipse">
            <a:avLst/>
          </a:prstGeom>
          <a:ln w="22225">
            <a:solidFill>
              <a:schemeClr val="accent6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85B514-DA26-0CAD-D803-FADA725925F4}"/>
              </a:ext>
            </a:extLst>
          </p:cNvPr>
          <p:cNvSpPr txBox="1"/>
          <p:nvPr/>
        </p:nvSpPr>
        <p:spPr>
          <a:xfrm>
            <a:off x="2596363" y="2242467"/>
            <a:ext cx="5683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 simplified framework for building AI products</a:t>
            </a:r>
          </a:p>
        </p:txBody>
      </p:sp>
      <p:sp>
        <p:nvSpPr>
          <p:cNvPr id="18" name="Snip Single Corner Rectangle 17">
            <a:extLst>
              <a:ext uri="{FF2B5EF4-FFF2-40B4-BE49-F238E27FC236}">
                <a16:creationId xmlns:a16="http://schemas.microsoft.com/office/drawing/2014/main" id="{5FBBB1DC-ED58-86F3-78C8-78E7BC937172}"/>
              </a:ext>
            </a:extLst>
          </p:cNvPr>
          <p:cNvSpPr/>
          <p:nvPr/>
        </p:nvSpPr>
        <p:spPr>
          <a:xfrm>
            <a:off x="1155619" y="4488259"/>
            <a:ext cx="2019719" cy="1798654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Structured data &amp; clear signals</a:t>
            </a:r>
          </a:p>
        </p:txBody>
      </p:sp>
      <p:sp>
        <p:nvSpPr>
          <p:cNvPr id="19" name="Snip Single Corner Rectangle 18">
            <a:extLst>
              <a:ext uri="{FF2B5EF4-FFF2-40B4-BE49-F238E27FC236}">
                <a16:creationId xmlns:a16="http://schemas.microsoft.com/office/drawing/2014/main" id="{05B717CE-27C0-FFA9-E059-384BE902D96F}"/>
              </a:ext>
            </a:extLst>
          </p:cNvPr>
          <p:cNvSpPr/>
          <p:nvPr/>
        </p:nvSpPr>
        <p:spPr>
          <a:xfrm>
            <a:off x="5086139" y="4804787"/>
            <a:ext cx="2019719" cy="1798654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Repeatable decision patterns</a:t>
            </a:r>
          </a:p>
        </p:txBody>
      </p:sp>
      <p:sp>
        <p:nvSpPr>
          <p:cNvPr id="21" name="Snip Single Corner Rectangle 20">
            <a:extLst>
              <a:ext uri="{FF2B5EF4-FFF2-40B4-BE49-F238E27FC236}">
                <a16:creationId xmlns:a16="http://schemas.microsoft.com/office/drawing/2014/main" id="{48A89E32-5812-9569-1783-20FE3B56146E}"/>
              </a:ext>
            </a:extLst>
          </p:cNvPr>
          <p:cNvSpPr/>
          <p:nvPr/>
        </p:nvSpPr>
        <p:spPr>
          <a:xfrm>
            <a:off x="9016661" y="4488259"/>
            <a:ext cx="2019719" cy="1798654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Meaningful and automatable actions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18570F-D316-5142-59D5-0E3AF731F390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2165479" y="3888712"/>
            <a:ext cx="1482073" cy="599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E60386-82A3-F508-CC87-C85AEF007DCB}"/>
              </a:ext>
            </a:extLst>
          </p:cNvPr>
          <p:cNvCxnSpPr>
            <a:endCxn id="19" idx="3"/>
          </p:cNvCxnSpPr>
          <p:nvPr/>
        </p:nvCxnSpPr>
        <p:spPr>
          <a:xfrm>
            <a:off x="6095998" y="3888712"/>
            <a:ext cx="1" cy="916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B616E4-517B-4023-0178-2A5F58B0D5E8}"/>
              </a:ext>
            </a:extLst>
          </p:cNvPr>
          <p:cNvCxnSpPr/>
          <p:nvPr/>
        </p:nvCxnSpPr>
        <p:spPr>
          <a:xfrm>
            <a:off x="8561196" y="3888712"/>
            <a:ext cx="1349148" cy="599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19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BE708-DBD9-04AB-2243-16FFA85A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C8C877C-36A3-BF9B-FEB7-B6752963C404}"/>
              </a:ext>
            </a:extLst>
          </p:cNvPr>
          <p:cNvSpPr/>
          <p:nvPr/>
        </p:nvSpPr>
        <p:spPr>
          <a:xfrm>
            <a:off x="0" y="0"/>
            <a:ext cx="12192001" cy="7612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800" dirty="0"/>
              <a:t>SemperVirens Accelerator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D3382FB-1DC4-8CB3-9647-46FE246A3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7737129"/>
              </p:ext>
            </p:extLst>
          </p:nvPr>
        </p:nvGraphicFramePr>
        <p:xfrm>
          <a:off x="517192" y="990611"/>
          <a:ext cx="11228490" cy="1371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CD8C959-BF52-AF2F-8F38-56927F5B192E}"/>
              </a:ext>
            </a:extLst>
          </p:cNvPr>
          <p:cNvSpPr txBox="1"/>
          <p:nvPr/>
        </p:nvSpPr>
        <p:spPr>
          <a:xfrm>
            <a:off x="517192" y="903525"/>
            <a:ext cx="9117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The SVA workflow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155E6B91-622D-EEBC-999B-26C0D81FDA71}"/>
              </a:ext>
            </a:extLst>
          </p:cNvPr>
          <p:cNvSpPr/>
          <p:nvPr/>
        </p:nvSpPr>
        <p:spPr>
          <a:xfrm>
            <a:off x="1034143" y="2492829"/>
            <a:ext cx="2525486" cy="2950028"/>
          </a:xfrm>
          <a:prstGeom prst="round1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Inputs submitted through Typeform</a:t>
            </a:r>
          </a:p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Sync with spreadsheet</a:t>
            </a:r>
          </a:p>
        </p:txBody>
      </p:sp>
      <p:sp>
        <p:nvSpPr>
          <p:cNvPr id="3" name="Round Single Corner Rectangle 2">
            <a:extLst>
              <a:ext uri="{FF2B5EF4-FFF2-40B4-BE49-F238E27FC236}">
                <a16:creationId xmlns:a16="http://schemas.microsoft.com/office/drawing/2014/main" id="{2ADB7371-EE11-64DD-2C07-309B8C8665E4}"/>
              </a:ext>
            </a:extLst>
          </p:cNvPr>
          <p:cNvSpPr/>
          <p:nvPr/>
        </p:nvSpPr>
        <p:spPr>
          <a:xfrm>
            <a:off x="4833257" y="2492829"/>
            <a:ext cx="2525486" cy="2950028"/>
          </a:xfrm>
          <a:prstGeom prst="round1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Match for thesis?</a:t>
            </a:r>
          </a:p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 distribution channels?</a:t>
            </a:r>
          </a:p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Accelerator fit?</a:t>
            </a:r>
          </a:p>
        </p:txBody>
      </p:sp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94479F66-0553-6D5E-89D3-AF3AA74468AB}"/>
              </a:ext>
            </a:extLst>
          </p:cNvPr>
          <p:cNvSpPr/>
          <p:nvPr/>
        </p:nvSpPr>
        <p:spPr>
          <a:xfrm>
            <a:off x="8632371" y="2492829"/>
            <a:ext cx="2525486" cy="2950028"/>
          </a:xfrm>
          <a:prstGeom prst="round1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 memos</a:t>
            </a:r>
          </a:p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Emails to finalists</a:t>
            </a:r>
          </a:p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Voting for selections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2A54F2-088F-6E1F-688B-C2DBDB92CA46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2296886" y="1926771"/>
            <a:ext cx="620485" cy="566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519EE5-C51C-8FB2-42A6-32ED3CACB702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6096000" y="1926771"/>
            <a:ext cx="0" cy="566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204C3A-DE81-6F3F-92DA-D6F9EB24D973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9437914" y="1926771"/>
            <a:ext cx="457200" cy="566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71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1941-4C0B-EB2E-6C06-DEA333A7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70D2CD8-7BB9-5161-B82B-1860855CADF2}"/>
              </a:ext>
            </a:extLst>
          </p:cNvPr>
          <p:cNvSpPr/>
          <p:nvPr/>
        </p:nvSpPr>
        <p:spPr>
          <a:xfrm>
            <a:off x="0" y="0"/>
            <a:ext cx="12192001" cy="7612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800" dirty="0"/>
              <a:t>How can AI help??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79E5B81-DD19-09D7-F3EC-3768355D218D}"/>
              </a:ext>
            </a:extLst>
          </p:cNvPr>
          <p:cNvGraphicFramePr/>
          <p:nvPr/>
        </p:nvGraphicFramePr>
        <p:xfrm>
          <a:off x="517192" y="990611"/>
          <a:ext cx="11228490" cy="1371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0CC5E34-629F-84A7-1217-FBFAA0DF7068}"/>
              </a:ext>
            </a:extLst>
          </p:cNvPr>
          <p:cNvSpPr txBox="1"/>
          <p:nvPr/>
        </p:nvSpPr>
        <p:spPr>
          <a:xfrm>
            <a:off x="517192" y="903525"/>
            <a:ext cx="9117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The SVA workflow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CC3345-90CD-F05C-F35E-FEC9DD2DD709}"/>
              </a:ext>
            </a:extLst>
          </p:cNvPr>
          <p:cNvCxnSpPr>
            <a:cxnSpLocks/>
          </p:cNvCxnSpPr>
          <p:nvPr/>
        </p:nvCxnSpPr>
        <p:spPr>
          <a:xfrm flipH="1">
            <a:off x="2296886" y="1926771"/>
            <a:ext cx="620485" cy="566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C7A184-A98B-81FC-AE99-768B1EA6E133}"/>
              </a:ext>
            </a:extLst>
          </p:cNvPr>
          <p:cNvCxnSpPr>
            <a:cxnSpLocks/>
          </p:cNvCxnSpPr>
          <p:nvPr/>
        </p:nvCxnSpPr>
        <p:spPr>
          <a:xfrm>
            <a:off x="6096000" y="1926771"/>
            <a:ext cx="0" cy="566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F0BB02-8837-8B1A-75B3-B5441E3D4D79}"/>
              </a:ext>
            </a:extLst>
          </p:cNvPr>
          <p:cNvCxnSpPr>
            <a:cxnSpLocks/>
          </p:cNvCxnSpPr>
          <p:nvPr/>
        </p:nvCxnSpPr>
        <p:spPr>
          <a:xfrm>
            <a:off x="9437914" y="1926771"/>
            <a:ext cx="457200" cy="566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gnetic Disk 5">
            <a:extLst>
              <a:ext uri="{FF2B5EF4-FFF2-40B4-BE49-F238E27FC236}">
                <a16:creationId xmlns:a16="http://schemas.microsoft.com/office/drawing/2014/main" id="{A9EF30CD-D5D6-8C5E-75FD-FB4668C2BF0B}"/>
              </a:ext>
            </a:extLst>
          </p:cNvPr>
          <p:cNvSpPr/>
          <p:nvPr/>
        </p:nvSpPr>
        <p:spPr>
          <a:xfrm>
            <a:off x="955223" y="2492829"/>
            <a:ext cx="2367642" cy="2775857"/>
          </a:xfrm>
          <a:prstGeom prst="flowChartMagneticDisk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Extraction of all data from submission forms</a:t>
            </a:r>
          </a:p>
        </p:txBody>
      </p:sp>
      <p:sp>
        <p:nvSpPr>
          <p:cNvPr id="8" name="Predefined Process 7">
            <a:extLst>
              <a:ext uri="{FF2B5EF4-FFF2-40B4-BE49-F238E27FC236}">
                <a16:creationId xmlns:a16="http://schemas.microsoft.com/office/drawing/2014/main" id="{83A0A381-BB8C-50B8-8A99-5FB33064196C}"/>
              </a:ext>
            </a:extLst>
          </p:cNvPr>
          <p:cNvSpPr/>
          <p:nvPr/>
        </p:nvSpPr>
        <p:spPr>
          <a:xfrm>
            <a:off x="8814708" y="2492829"/>
            <a:ext cx="3135086" cy="2775856"/>
          </a:xfrm>
          <a:prstGeom prst="flowChartPredefinedProcess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interactive experience to facilitate evaluation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B7C837B4-280F-3468-A265-CFBAEAB0608F}"/>
              </a:ext>
            </a:extLst>
          </p:cNvPr>
          <p:cNvSpPr/>
          <p:nvPr/>
        </p:nvSpPr>
        <p:spPr>
          <a:xfrm>
            <a:off x="4318965" y="2492830"/>
            <a:ext cx="3823543" cy="2775856"/>
          </a:xfrm>
          <a:prstGeom prst="round2Diag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Accelerator program FAQs</a:t>
            </a: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Market Maps</a:t>
            </a: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Scoring mechanisms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66D3BF-5ADB-FB5D-3354-31A38DA064BF}"/>
              </a:ext>
            </a:extLst>
          </p:cNvPr>
          <p:cNvSpPr/>
          <p:nvPr/>
        </p:nvSpPr>
        <p:spPr>
          <a:xfrm>
            <a:off x="955223" y="5943600"/>
            <a:ext cx="2473777" cy="4898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Extraction Service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CBE41B-132F-36CD-1CAC-59B4644CAF16}"/>
              </a:ext>
            </a:extLst>
          </p:cNvPr>
          <p:cNvSpPr/>
          <p:nvPr/>
        </p:nvSpPr>
        <p:spPr>
          <a:xfrm>
            <a:off x="4318965" y="5954475"/>
            <a:ext cx="3823543" cy="4898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Analysis Service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320962-382D-29CD-8E3E-1DCAECFD8672}"/>
              </a:ext>
            </a:extLst>
          </p:cNvPr>
          <p:cNvSpPr/>
          <p:nvPr/>
        </p:nvSpPr>
        <p:spPr>
          <a:xfrm>
            <a:off x="8814708" y="5943599"/>
            <a:ext cx="3151343" cy="48985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Website Creation Service</a:t>
            </a:r>
          </a:p>
        </p:txBody>
      </p:sp>
    </p:spTree>
    <p:extLst>
      <p:ext uri="{BB962C8B-B14F-4D97-AF65-F5344CB8AC3E}">
        <p14:creationId xmlns:p14="http://schemas.microsoft.com/office/powerpoint/2010/main" val="3331985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D846-4ECB-12BF-3857-EE6937A3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1489F1C-3043-4747-BF71-4C0B621FF339}"/>
              </a:ext>
            </a:extLst>
          </p:cNvPr>
          <p:cNvSpPr/>
          <p:nvPr/>
        </p:nvSpPr>
        <p:spPr>
          <a:xfrm>
            <a:off x="0" y="0"/>
            <a:ext cx="12192001" cy="7612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800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E843B9-66DC-94D6-F11B-3A06D1FBC260}"/>
              </a:ext>
            </a:extLst>
          </p:cNvPr>
          <p:cNvSpPr txBox="1"/>
          <p:nvPr/>
        </p:nvSpPr>
        <p:spPr>
          <a:xfrm>
            <a:off x="0" y="323305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Launch Demo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541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145</Words>
  <Application>Microsoft Macintosh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Neue Haas Grotesk Text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Ruggeri</dc:creator>
  <cp:lastModifiedBy>Franco Ruggeri</cp:lastModifiedBy>
  <cp:revision>2</cp:revision>
  <dcterms:created xsi:type="dcterms:W3CDTF">2025-06-10T15:51:46Z</dcterms:created>
  <dcterms:modified xsi:type="dcterms:W3CDTF">2025-06-10T16:46:40Z</dcterms:modified>
</cp:coreProperties>
</file>